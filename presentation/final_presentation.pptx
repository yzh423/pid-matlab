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1.xml" Id="rI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notesSlide" Target="/ppt/notesSlides/notesSlide2.xml" Id="rI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I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3.png" Id="rId2" /><Relationship Type="http://schemas.openxmlformats.org/officeDocument/2006/relationships/notesSlide" Target="/ppt/notesSlides/notesSlide4.xml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4.png" Id="rId2" /><Relationship Type="http://schemas.openxmlformats.org/officeDocument/2006/relationships/notesSlide" Target="/ppt/notesSlides/notesSlide5.xml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6.xml" Id="rI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6.png" Id="rId2" /><Relationship Type="http://schemas.openxmlformats.org/officeDocument/2006/relationships/notesSlide" Target="/ppt/notesSlides/notesSlide7.xml" Id="rI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9.xml" Id="rI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863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execution connects plans to physical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1563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is not enough to claim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98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central question is how controller choices survive controlled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53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faces the same plant, trajectory, limits, and metrics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the baseline without changing the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bounded search reduces the nominal objective by 7.283% and improves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0599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Reliability separates the controllers under deterministic stress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payload, configuration,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850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Noise alone is manageable; combined stress is not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695364"/>
            <a:ext cx="5715000" cy="3714922"/>
          </a:xfrm>
          <a:prstGeom xmlns:a="http://schemas.openxmlformats.org/drawingml/2006/main" prst="rect">
            <a:avLst/>
          </a:prstGeom>
        </p:spPr>
      </p:pic>
      <p:sp>
        <p:nvSpPr>
          <p:cNvPr id="3" name="stocha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isolated-noise cell passes 30/30 paired trials, while every combined-stress cell passes 0/30.</a:t>
            </a:r>
          </a:p>
        </p:txBody>
      </p:sp>
      <p:sp>
        <p:nvSpPr>
          <p:cNvPr id="4" name="stocha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full study contains 360 trials: 4 scenarios x 3 controllers x 30 fixed seeds.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high noise, optimized PID has the lowest tracking error but the highest mean torque slew (2888.34 N m/s).</a:t>
            </a:r>
          </a:p>
        </p:txBody>
      </p:sp>
    </p:spTree>
    <p:extLst>
      <p:ext uri="{BB962C8B-B14F-4D97-AF65-F5344CB8AC3E}">
        <p14:creationId xmlns:p14="http://schemas.microsoft.com/office/powerpoint/2010/main" val="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9861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evaluation exposes failures hidden by joint metrics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67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the straight-line task; only optimized PID passes pick-transfer-place, so 4 of 6 completed task runs meet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178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at numerical precision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universal winner, but</a:t>
            </a:r>
          </a:p>
          <a:p xmlns:a="http://schemas.openxmlformats.org/drawingml/2006/main">
            <a:pPr>
              <a:defRPr sz="2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 adaptation gives a small nominal joint-2 benefit;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2082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validated layer is ready to support the next research step</a:t>
            </a:r>
          </a:p>
        </p:txBody>
      </p:sp>
      <p:sp>
        <p:nvSpPr>
          <p:cNvPr id="2" name="next-steps-lead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1066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24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next milestone is to test whether the same evidence discipline survives contact with sensing, hardware uncertainty, and online safety constraints.</a:t>
            </a:r>
          </a:p>
        </p:txBody>
      </p:sp>
      <p:sp>
        <p:nvSpPr>
          <p:cNvPr id="3" name="next-steps-steps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0"/>
            <a:ext cx="1066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 Hardware-in-the-loop and physical-arm validation with calibrated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 Perception and task-planning integration above the existing inner-loop controller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 Online monitoring, collision avoidance, and explicit safety supervision before deployment.</a:t>
            </a:r>
          </a:p>
        </p:txBody>
      </p:sp>
    </p:spTree>
    <p:extLst>
      <p:ext uri="{BB962C8B-B14F-4D97-AF65-F5344CB8AC3E}">
        <p14:creationId xmlns:p14="http://schemas.microsoft.com/office/powerpoint/2010/main" val="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