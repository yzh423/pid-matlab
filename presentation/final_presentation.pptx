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076fc7e91145d9" /><Relationship Type="http://schemas.openxmlformats.org/officeDocument/2006/relationships/extended-properties" Target="/docProps/app.xml" Id="Ree46c3688ee443cf" /><Relationship Type="http://schemas.openxmlformats.org/officeDocument/2006/relationships/officeDocument" Target="/ppt/presentation.xml" Id="R430de95e0c874f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deef59aef642df"/>
  </p:sldMasterIdLst>
  <p:notesMasterIdLst>
    <p:notesMasterId xmlns:r="http://schemas.openxmlformats.org/officeDocument/2006/relationships" r:id="Rd50b4e1a4ab34741"/>
  </p:notesMasterIdLst>
  <p:sldIdLst>
    <p:sldId xmlns:r="http://schemas.openxmlformats.org/officeDocument/2006/relationships" id="256" r:id="Rabe40c63e3184f96"/>
    <p:sldId xmlns:r="http://schemas.openxmlformats.org/officeDocument/2006/relationships" id="257" r:id="R6ae6b776166a4999"/>
    <p:sldId xmlns:r="http://schemas.openxmlformats.org/officeDocument/2006/relationships" id="258" r:id="R1067689edaac4dd2"/>
    <p:sldId xmlns:r="http://schemas.openxmlformats.org/officeDocument/2006/relationships" id="259" r:id="R0baaca2a01144859"/>
    <p:sldId xmlns:r="http://schemas.openxmlformats.org/officeDocument/2006/relationships" id="260" r:id="R547b818add27423b"/>
    <p:sldId xmlns:r="http://schemas.openxmlformats.org/officeDocument/2006/relationships" id="261" r:id="R024574547ffd4058"/>
    <p:sldId xmlns:r="http://schemas.openxmlformats.org/officeDocument/2006/relationships" id="262" r:id="R6dd6b0890c3e46b1"/>
    <p:sldId xmlns:r="http://schemas.openxmlformats.org/officeDocument/2006/relationships" id="263" r:id="R0c4be0b8571b496b"/>
    <p:sldId xmlns:r="http://schemas.openxmlformats.org/officeDocument/2006/relationships" id="264" r:id="R4580430688594fd0"/>
    <p:sldId xmlns:r="http://schemas.openxmlformats.org/officeDocument/2006/relationships" id="265" r:id="R0535fd93e93d47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b92f7049bd4a60" /><Relationship Type="http://schemas.openxmlformats.org/officeDocument/2006/relationships/slideMaster" Target="/ppt/slideMasters/slideMaster1.xml" Id="Ra0deef59aef642df" /><Relationship Type="http://schemas.openxmlformats.org/officeDocument/2006/relationships/notesMaster" Target="/ppt/notesMasters/notesMaster1.xml" Id="Rd50b4e1a4ab34741" /><Relationship Type="http://schemas.openxmlformats.org/officeDocument/2006/relationships/presProps" Target="/ppt/presProps.xml" Id="Ra510038de8f346de" /><Relationship Type="http://schemas.openxmlformats.org/officeDocument/2006/relationships/tableStyles" Target="/ppt/tableStyles.xml" Id="R49a8ef504b124860" /><Relationship Type="http://schemas.openxmlformats.org/officeDocument/2006/relationships/slide" Target="/ppt/slides/slide1.xml" Id="Rabe40c63e3184f96" /><Relationship Type="http://schemas.openxmlformats.org/officeDocument/2006/relationships/slide" Target="/ppt/slides/slide2.xml" Id="R6ae6b776166a4999" /><Relationship Type="http://schemas.openxmlformats.org/officeDocument/2006/relationships/slide" Target="/ppt/slides/slide3.xml" Id="R1067689edaac4dd2" /><Relationship Type="http://schemas.openxmlformats.org/officeDocument/2006/relationships/slide" Target="/ppt/slides/slide4.xml" Id="R0baaca2a01144859" /><Relationship Type="http://schemas.openxmlformats.org/officeDocument/2006/relationships/slide" Target="/ppt/slides/slide5.xml" Id="R547b818add27423b" /><Relationship Type="http://schemas.openxmlformats.org/officeDocument/2006/relationships/slide" Target="/ppt/slides/slide6.xml" Id="R024574547ffd4058" /><Relationship Type="http://schemas.openxmlformats.org/officeDocument/2006/relationships/slide" Target="/ppt/slides/slide7.xml" Id="R6dd6b0890c3e46b1" /><Relationship Type="http://schemas.openxmlformats.org/officeDocument/2006/relationships/slide" Target="/ppt/slides/slide8.xml" Id="R0c4be0b8571b496b" /><Relationship Type="http://schemas.openxmlformats.org/officeDocument/2006/relationships/slide" Target="/ppt/slides/slide9.xml" Id="R4580430688594fd0" /><Relationship Type="http://schemas.openxmlformats.org/officeDocument/2006/relationships/slide" Target="/ppt/slides/slide10.xml" Id="R0535fd93e93d47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9f056d0b454e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28ab018b414910" /><Relationship Type="http://schemas.openxmlformats.org/officeDocument/2006/relationships/notesMaster" Target="/ppt/notesMasters/notesMaster1.xml" Id="R4c09d36e8f754e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36478a7d0d47f3" /><Relationship Type="http://schemas.openxmlformats.org/officeDocument/2006/relationships/notesMaster" Target="/ppt/notesMasters/notesMaster1.xml" Id="Rae95751a780144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f93364074f4590" /><Relationship Type="http://schemas.openxmlformats.org/officeDocument/2006/relationships/notesMaster" Target="/ppt/notesMasters/notesMaster1.xml" Id="Re36830f4daf54a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daa8b05ddb449a" /><Relationship Type="http://schemas.openxmlformats.org/officeDocument/2006/relationships/notesMaster" Target="/ppt/notesMasters/notesMaster1.xml" Id="Rc8be3956b48248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2244c19fa64236" /><Relationship Type="http://schemas.openxmlformats.org/officeDocument/2006/relationships/notesMaster" Target="/ppt/notesMasters/notesMaster1.xml" Id="Rc499f93d79bd42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d5954c42804675" /><Relationship Type="http://schemas.openxmlformats.org/officeDocument/2006/relationships/notesMaster" Target="/ppt/notesMasters/notesMaster1.xml" Id="R33b40456abf04a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815fb62db84ad3" /><Relationship Type="http://schemas.openxmlformats.org/officeDocument/2006/relationships/notesMaster" Target="/ppt/notesMasters/notesMaster1.xml" Id="R1417cfecdad244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a80af58ffb41a4" /><Relationship Type="http://schemas.openxmlformats.org/officeDocument/2006/relationships/notesMaster" Target="/ppt/notesMasters/notesMaster1.xml" Id="Rd19d978069a844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60a17bc4c14bbc" /><Relationship Type="http://schemas.openxmlformats.org/officeDocument/2006/relationships/notesMaster" Target="/ppt/notesMasters/notesMaster1.xml" Id="Rde559d83850b4f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9efcd53b354628" /><Relationship Type="http://schemas.openxmlformats.org/officeDocument/2006/relationships/notesMaster" Target="/ppt/notesMasters/notesMaster1.xml" Id="Rf80942feb4ec4e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c678ed4f347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636dbe857d45ff" /><Relationship Type="http://schemas.openxmlformats.org/officeDocument/2006/relationships/slideLayout" Target="/ppt/slideLayouts/slideLayout1.xml" Id="R927f68adeef646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7f68adeef646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f9d052d4a4a33" /><Relationship Type="http://schemas.openxmlformats.org/officeDocument/2006/relationships/image" Target="/ppt/media/image.png" Id="R0fd6e0a7140e4fa3" /><Relationship Type="http://schemas.openxmlformats.org/officeDocument/2006/relationships/notesSlide" Target="/ppt/notesSlides/notesSlide1.xml" Id="R21faa4cabac145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7b05b7a1a470b" /><Relationship Type="http://schemas.openxmlformats.org/officeDocument/2006/relationships/image" Target="/ppt/media/image2.png" Id="R225ced0e67594870" /><Relationship Type="http://schemas.openxmlformats.org/officeDocument/2006/relationships/notesSlide" Target="/ppt/notesSlides/notesSlide2.xml" Id="Rd98f9076fff543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563205df7471a" /><Relationship Type="http://schemas.openxmlformats.org/officeDocument/2006/relationships/notesSlide" Target="/ppt/notesSlides/notesSlide3.xml" Id="R8d5168685f334a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793b539ac4b89" /><Relationship Type="http://schemas.openxmlformats.org/officeDocument/2006/relationships/image" Target="/ppt/media/image3.png" Id="R2ad33671184d4988" /><Relationship Type="http://schemas.openxmlformats.org/officeDocument/2006/relationships/notesSlide" Target="/ppt/notesSlides/notesSlide4.xml" Id="R28fd1703328043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96a897f524a28" /><Relationship Type="http://schemas.openxmlformats.org/officeDocument/2006/relationships/image" Target="/ppt/media/image4.png" Id="R62122c299c2f499c" /><Relationship Type="http://schemas.openxmlformats.org/officeDocument/2006/relationships/notesSlide" Target="/ppt/notesSlides/notesSlide5.xml" Id="R6c4220f0ca4646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2ad186df9472b" /><Relationship Type="http://schemas.openxmlformats.org/officeDocument/2006/relationships/image" Target="/ppt/media/image5.png" Id="R7e1cbd59f5a54b41" /><Relationship Type="http://schemas.openxmlformats.org/officeDocument/2006/relationships/notesSlide" Target="/ppt/notesSlides/notesSlide6.xml" Id="Rc1ef3a62ee7544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18f6463044ec9" /><Relationship Type="http://schemas.openxmlformats.org/officeDocument/2006/relationships/image" Target="/ppt/media/image6.png" Id="R28826651ec69401d" /><Relationship Type="http://schemas.openxmlformats.org/officeDocument/2006/relationships/notesSlide" Target="/ppt/notesSlides/notesSlide7.xml" Id="Rbc9acfbcfb9047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abde03a55423f" /><Relationship Type="http://schemas.openxmlformats.org/officeDocument/2006/relationships/notesSlide" Target="/ppt/notesSlides/notesSlide8.xml" Id="R12cec8b7504b4c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1ba287524496d" /><Relationship Type="http://schemas.openxmlformats.org/officeDocument/2006/relationships/notesSlide" Target="/ppt/notesSlides/notesSlide9.xml" Id="Rbb7ef81a301a40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1b06637fa45fe" /><Relationship Type="http://schemas.openxmlformats.org/officeDocument/2006/relationships/notesSlide" Target="/ppt/notesSlides/notesSlide10.xml" Id="Rb5918de3474645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6e0a7140e4fa3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49DCBFA-49D5-428C-B554-6F3D9673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3D8E7CA-5125-4A5E-986D-806D0F62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7103722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6BB4FC6B-7738-48C1-A7B0-62B9EDE2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ced0e67594870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B1839409-A498-4836-A652-0E6D3262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98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344F7FE4-B5E8-4704-9518-C573276E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4167523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E7A929C-B3CB-4344-8F72-F2216BD2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DEB9CC86-115B-44A5-A1B3-EAE30CE7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4E80697D-6780-4347-BFD4-42C7B8E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94E32AC2-B308-4F17-AD2B-61F5991A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3E6FD1E7-7CBE-4291-B98B-AEAF6C30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12CCFD65-E98D-4845-B0DF-1FCFD2B4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566296C9-3405-4CD9-8E45-404A9216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EDA987EC-0444-4BB3-ABD2-FD545104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15958369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4FD1D312-62AD-4D33-A096-366DD70D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33671184d4988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B43BB884-DEBA-44A2-9871-8714310A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C29BBAA3-559F-4D6F-B304-83613125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1450763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2E53F703-C611-4598-ABAB-C9A53182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22c299c2f499c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752B321F-A94C-45F7-8C1F-C2CEDCEA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EFE1A3C7-0732-4A41-9015-0F150222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payload, configuration,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381880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FB7FA2DB-77EE-4E2A-8DA7-37EFAC77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0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alone is manageable; combined stress is not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cbd59f5a54b41"/>
          <a:stretch xmlns:a="http://schemas.openxmlformats.org/drawingml/2006/main"/>
        </p:blipFill>
        <p:spPr>
          <a:xfrm xmlns:a="http://schemas.openxmlformats.org/drawingml/2006/main">
            <a:off x="5905500" y="1695364"/>
            <a:ext cx="5715000" cy="3714922"/>
          </a:xfrm>
          <a:prstGeom xmlns:a="http://schemas.openxmlformats.org/drawingml/2006/main" prst="rect">
            <a:avLst/>
          </a:prstGeom>
        </p:spPr>
      </p:pic>
      <p:sp>
        <p:nvSpPr>
          <p:cNvPr id="3" name="stochastic-claim">
            <a:extLst xmlns:a="http://schemas.openxmlformats.org/drawingml/2006/main">
              <a:ext uri="{FF2B5EF4-FFF2-40B4-BE49-F238E27FC236}">
                <a16:creationId xmlns:a16="http://schemas.microsoft.com/office/drawing/2014/main" id="{F6BA76A3-32EC-46A5-A112-F6A99F36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isolated-noise cell passes 30/30 paired trials, while every combined-stress cell passes 0/30.</a:t>
            </a:r>
          </a:p>
        </p:txBody>
      </p:sp>
      <p:sp>
        <p:nvSpPr>
          <p:cNvPr id="4" name="stochastic-body">
            <a:extLst xmlns:a="http://schemas.openxmlformats.org/drawingml/2006/main">
              <a:ext uri="{FF2B5EF4-FFF2-40B4-BE49-F238E27FC236}">
                <a16:creationId xmlns:a16="http://schemas.microsoft.com/office/drawing/2014/main" id="{D7F2EDD9-A44E-4ED3-8C33-282B292E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full study contains 360 trials: 4 scenarios x 3 controllers x 30 fixed seeds.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high noise, optimized PID has the lowest tracking error but the highest mean torque slew (2888.34 N m/s).</a:t>
            </a:r>
          </a:p>
        </p:txBody>
      </p:sp>
    </p:spTree>
    <p:extLst>
      <p:ext uri="{BB962C8B-B14F-4D97-AF65-F5344CB8AC3E}">
        <p14:creationId xmlns:p14="http://schemas.microsoft.com/office/powerpoint/2010/main" val="13678738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D63E678F-8E54-49B3-85C8-F15C930A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26651ec69401d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741683D3-29E5-446C-A2E3-21771BC4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67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2A7A8ADF-B25A-4604-8FB0-E3BE4D6C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2318750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F981B8D5-5B3D-4AF7-A448-3BAF8844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B5838379-FA3C-4E0D-AE90-4BA6397E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72C2CC2A-6688-49AB-9372-6BB04412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FDF8650E-1001-4E62-8485-A0758F5B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E50402F1-A1C3-47D7-9004-71E6DC72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2D59E4E3-EA8E-43DC-B3B6-9D5F20EB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F07DDE4E-74D1-4D0E-B69F-1EBFA19F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A222B6D0-C44C-40F6-8505-8F6143C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15273129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C1F1E7D4-6D24-4B1F-969A-C0E2E3D7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universal winner, but</a:t>
            </a:r>
          </a:p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6CEEAD44-64E3-4FF8-A400-3DDC8241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8D5FD1E3-101D-4B8D-BEE8-9F9EEE65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E02E124D-AFCD-441A-A6CE-AC214A2B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DC90107B-E9B7-4B57-90F4-02A960D2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D46B9DDA-26CE-40F1-AFBD-71139B8E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56612BB8-C529-4DF6-BB94-F2C209C4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A9F21930-B7D2-4100-B64F-30D2DF21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 adaptation gives a small nominal joint-2 benefit;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14118638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1B79B5AC-8500-4FE8-B7A6-EE614643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082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validated layer is ready to support the next research step</a:t>
            </a:r>
          </a:p>
        </p:txBody>
      </p:sp>
      <p:sp>
        <p:nvSpPr>
          <p:cNvPr id="2" name="next-steps-lead">
            <a:extLst xmlns:a="http://schemas.openxmlformats.org/drawingml/2006/main">
              <a:ext uri="{FF2B5EF4-FFF2-40B4-BE49-F238E27FC236}">
                <a16:creationId xmlns:a16="http://schemas.microsoft.com/office/drawing/2014/main" id="{F91ECE79-5483-409A-8128-25368687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milestone is to test whether the same evidence discipline survives contact with sensing, hardware uncertainty, and online safety constraints.</a:t>
            </a:r>
          </a:p>
        </p:txBody>
      </p:sp>
      <p:sp>
        <p:nvSpPr>
          <p:cNvPr id="3" name="next-steps-steps">
            <a:extLst xmlns:a="http://schemas.openxmlformats.org/drawingml/2006/main">
              <a:ext uri="{FF2B5EF4-FFF2-40B4-BE49-F238E27FC236}">
                <a16:creationId xmlns:a16="http://schemas.microsoft.com/office/drawing/2014/main" id="{52C2BE61-EF0F-4A35-80B3-489A5019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Hardware-in-the-loop and physical-arm validation with calibrated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Perception and task-planning integration above the existing inner-loop controller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Online monitoring, collision avoidance, and explicit safety supervision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1169738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