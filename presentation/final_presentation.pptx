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1.xml" Id="rI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notesSlide" Target="/ppt/notesSlides/notesSlide2.xml" Id="rI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I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3.png" Id="rId2" /><Relationship Type="http://schemas.openxmlformats.org/officeDocument/2006/relationships/notesSlide" Target="/ppt/notesSlides/notesSlide4.xml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4.png" Id="rId2" /><Relationship Type="http://schemas.openxmlformats.org/officeDocument/2006/relationships/notesSlide" Target="/ppt/notesSlides/notesSlide5.xml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6.xml" Id="rI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6.png" Id="rId2" /><Relationship Type="http://schemas.openxmlformats.org/officeDocument/2006/relationships/notesSlide" Target="/ppt/notesSlides/notesSlide7.xml" Id="rI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9.xml" Id="rI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98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nominal, payload, configuration, uncertainty,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0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alone is manageable; combined stress is not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695364"/>
            <a:ext cx="5715000" cy="3714922"/>
          </a:xfrm>
          <a:prstGeom xmlns:a="http://schemas.openxmlformats.org/drawingml/2006/main" prst="rect">
            <a:avLst/>
          </a:prstGeom>
        </p:spPr>
      </p:pic>
      <p:sp>
        <p:nvSpPr>
          <p:cNvPr id="3" name="stocha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isolated-noise cell passes 30/30 paired trials, while every combined-stress cell passes 0/30.</a:t>
            </a:r>
          </a:p>
        </p:txBody>
      </p:sp>
      <p:sp>
        <p:nvSpPr>
          <p:cNvPr id="4" name="stocha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full study contains 360 trials: 4 scenarios x 3 controllers x 30 fixed seeds.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high noise, optimized PID has the lowest tracking error but the highest mean torque slew (2888.34 N m/s).</a:t>
            </a:r>
          </a:p>
        </p:txBody>
      </p:sp>
    </p:spTree>
    <p:extLst>
      <p:ext uri="{BB962C8B-B14F-4D97-AF65-F5344CB8AC3E}">
        <p14:creationId xmlns:p14="http://schemas.microsoft.com/office/powerpoint/2010/main" val="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67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universal winner, but</a:t>
            </a:r>
          </a:p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 adaptation gives a small nominal joint-2 benefit;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082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validated layer is ready to support the next research step</a:t>
            </a:r>
          </a:p>
        </p:txBody>
      </p:sp>
      <p:sp>
        <p:nvSpPr>
          <p:cNvPr id="2" name="next-steps-lead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milestone is to test whether the same evidence discipline survives contact with sensing, hardware uncertainty, and online safety constraints.</a:t>
            </a:r>
          </a:p>
        </p:txBody>
      </p:sp>
      <p:sp>
        <p:nvSpPr>
          <p:cNvPr id="3" name="next-steps-steps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Hardware-in-the-loop and physical-arm validation with calibrated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Perception and task-planning integration above the existing inner-loop controller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Online monitoring, collision avoidance, and explicit safety supervision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